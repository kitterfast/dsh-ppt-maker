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E8CCDA-5686-7084-CC12-37D447C33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9B3254E-FCFA-2F37-BB91-25A927C85F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5592E7-5F1C-C0B3-C45C-129D2EC28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7A1F2-EAB3-40FF-AB40-A0B08DAC6FB1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658109-21F2-F571-1C29-E6405DF36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7E95A6-D573-4D1B-0FCC-6B591C0B2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0B93-715B-40AA-A429-3E89894CF7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6436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4C245E-8586-9DFB-892E-27A80713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BB44CB-358B-FF43-572C-553D23A246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8EC1AD-DA92-AA35-F3C4-1CBBE34EF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7A1F2-EAB3-40FF-AB40-A0B08DAC6FB1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2A3AD1-5280-8724-1273-9681BF170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2B9477-A83E-3A72-A614-BCC69A3FF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0B93-715B-40AA-A429-3E89894CF7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0422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E5DB83-8F93-CF5F-8B9F-32D08B1D0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177DE8-4BCE-1510-4980-660114555D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99001A-A418-1611-1939-6C68DD01B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7A1F2-EAB3-40FF-AB40-A0B08DAC6FB1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4F6569-3C11-6543-FAED-D68FF44B9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55566C-B808-0AA3-02B1-4005BE5C3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0B93-715B-40AA-A429-3E89894CF7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9535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7894E9-CE65-CA88-B350-80D9847AF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91BC50-34F1-C4B7-CCA0-58A59826F2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577949C-B8CC-10BD-79A6-68CC32FC72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8B1C9CF-119C-0EA4-503E-869B3FC17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7A1F2-EAB3-40FF-AB40-A0B08DAC6FB1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9616024-BFC5-E40E-96A8-BCE9A69E4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DA37AE0-BB14-BF29-CE7A-F7851272C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0B93-715B-40AA-A429-3E89894CF7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163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6C5F84-E7C1-6999-4CC2-67FF64929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7C076B-E548-1EF6-5E9F-556935A76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7DF73D5-D6FC-947F-B5D1-F79C9BACD7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9D3E8E5-6D62-FEF4-0EB6-87CBD2D5FC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265AD0C-A672-3020-DE13-04D46E9499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786984D-C32E-7BF8-4A6B-0774B9061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7A1F2-EAB3-40FF-AB40-A0B08DAC6FB1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A19225A-8690-320A-7E32-850242CC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FCDEEFF-6A6D-9664-DF75-27886ED36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0B93-715B-40AA-A429-3E89894CF7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1594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9FF814-108F-1F38-A7E4-D582360FB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C73F6E5-C5D6-4484-FD59-7D85112FC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7A1F2-EAB3-40FF-AB40-A0B08DAC6FB1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C755B2F-686B-526B-D46C-7921723EE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78FFF3C-4372-86E5-FCCB-61F550597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0B93-715B-40AA-A429-3E89894CF7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9412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7BDFBE0-C16D-8381-3FD5-CBB8092B3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7A1F2-EAB3-40FF-AB40-A0B08DAC6FB1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81078E1-6D12-A7C9-6B47-04ADF2B9E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0DBE33-63C9-4BC3-CDF6-FAAF55E36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0B93-715B-40AA-A429-3E89894CF7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541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66953B-C669-F40D-1058-822B0FFD6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1C36A5-E6F8-412D-C046-1BE239E58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422003D-6C08-E495-5BDB-8759BE224F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F09B50-A6D4-F7EB-59C5-B9613A0A1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7A1F2-EAB3-40FF-AB40-A0B08DAC6FB1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56F5939-6928-3970-CFEC-3E3424F2C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6B204F-9413-A485-440E-331F98848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0B93-715B-40AA-A429-3E89894CF7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3115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455A1F-CB3D-39D3-32F5-B14052550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97F55C6-43AB-9B95-5C6D-BBD41ED5F9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492DD0F-7FC5-93D6-4DF8-DD9750FD15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4A75303-EA57-08D5-A84C-C53ED94EF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7A1F2-EAB3-40FF-AB40-A0B08DAC6FB1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ED427CF-A30A-E7BD-047C-24C6DCAD0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108BD3F-EF4B-D3FD-AB7F-EC1B682F2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0B93-715B-40AA-A429-3E89894CF7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2417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2CC009-9896-EEBA-2224-61A3CE145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7E1B906-E786-508A-4771-70C3B18DC7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C0DD1C-6782-E8E2-4238-6E7401884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7A1F2-EAB3-40FF-AB40-A0B08DAC6FB1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C3CCC5-E490-9D29-A53A-1FB602F8A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1C7155-C92C-DEAC-757B-DBB7B1C12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0B93-715B-40AA-A429-3E89894CF7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3624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FA0C2D3-0BE3-136A-9798-5B558E687F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1E0F070-C35A-5BEB-045C-BDA7E3ACCA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5A5758-F9AE-890A-5AA4-A24C02E31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7A1F2-EAB3-40FF-AB40-A0B08DAC6FB1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60CE3D-971E-AF4C-F35A-D6B5692DA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FB2063-5996-8013-BF74-A648AAFCB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0B93-715B-40AA-A429-3E89894CF7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91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2491487-EBF9-3B37-354A-D18848540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ADCA13E-F769-9F98-8EDB-AB3551425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F610A3-3DA2-9BC2-954A-AB3440D500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17A1F2-EAB3-40FF-AB40-A0B08DAC6FB1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F72687-E5F6-23ED-A812-1E89BD41C8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539FE6-747E-B53D-ABA5-4F9449C22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B10B93-715B-40AA-A429-3E89894CF7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2141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est">
            <a:hlinkClick r:id="" action="ppaction://media"/>
            <a:extLst>
              <a:ext uri="{FF2B5EF4-FFF2-40B4-BE49-F238E27FC236}">
                <a16:creationId xmlns:a16="http://schemas.microsoft.com/office/drawing/2014/main" id="{2ABB5155-19AC-CBD4-E9A1-30D64D7E6A1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824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zzz208517@163.com</dc:creator>
  <cp:lastModifiedBy>zzz208517@163.com</cp:lastModifiedBy>
  <cp:revision>1</cp:revision>
  <dcterms:created xsi:type="dcterms:W3CDTF">2026-09-14T14:13:45Z</dcterms:created>
  <dcterms:modified xsi:type="dcterms:W3CDTF">2026-09-14T14:13:45Z</dcterms:modified>
</cp:coreProperties>
</file>