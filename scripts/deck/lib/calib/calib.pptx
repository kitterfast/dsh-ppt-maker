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3D17F-D696-99F0-0B48-BE10E3797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195EA7-4B84-4C16-036D-5EAD81CCF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AA879-C537-689C-D625-50475A5F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38EECE-3594-5826-F897-3BDB9A89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12102-0538-37FE-7C05-10097A9F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5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674F1-5D53-93D0-2995-851B12A31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67256-BF3B-5679-BCF4-74609CB9F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49DAD-3926-4BE0-4262-5AAF9D13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6D5553-7483-924B-B5AF-347BF475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A09D1-59A6-1693-630E-756398EC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9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C8CE0-2CBA-62D7-94B3-C5430F82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9CA9DA-6C3F-4317-8E6E-90CFE20B2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751ABD-4F38-CB32-85B9-9E13EE84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4FD4C-2B6D-AE4D-409A-DF45DD0D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46ED09-4AD6-1A0B-D73B-D331FFAB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2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C4E61-DBDE-B2FE-85C5-12C3556E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ED947-D46C-B7C8-9884-A9B013DEE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DA88E9-E4DE-3098-553A-0C53D1C7E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233896-3A2C-E9A3-8B3D-9419D439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EF959B-683E-E1E5-87DB-9A21CDEB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C0F635-7801-597A-5ECF-D1DF66807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19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A17FB-F22E-B0A9-EB87-44ADE285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619F3-0D14-5AE0-09DC-7849676E6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8C01D4-5209-3A31-AF13-CF411EAAB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7DE79E-6A14-89A4-9ECC-D3495FCAD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F3733A-C265-398A-8D95-72429331A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32919F-853D-F17D-BBA5-7AE324FA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645222-57FE-B633-D0E2-880F4231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8226F1-E0B0-1EA7-5232-10329F44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92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1977D-72BF-297F-F76F-65ABA2F3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A7A573-E647-1957-42E0-5D8D2120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D14847-4EDA-CAF2-0E79-37FE2CB1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CC2118-FC77-086C-A73E-54F54343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37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B08901-F365-52F0-9DF1-BA1AAAF4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B4FA72-68B8-98ED-02E9-ED2D7AF1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657F0E-63C5-52B8-5E9F-6B18A8AB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6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BE124-F5A1-B2D7-D697-335FAB2E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0CFAD-E9E9-986F-338C-37B8EA818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4A8FFB-E43D-180A-9194-BF03EE811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B61992-8275-2D3E-3AB8-A45DE56A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6C950C-5DDF-E52B-A2BD-9E51DC6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51BC83-0FDB-1C8B-3381-FA420A4F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618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302DE-7C70-8C92-132D-E5F79F47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2E4A09-45CF-859C-0217-FE06C01B4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76AA0E-78B6-7814-7D2D-A26D0AADC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B27F07-FC60-907E-A1FE-C105637A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881B1A-5E05-8F0D-0174-6A256E91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DB6184-76DC-4E3A-AB5E-EBC288B8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ACB2-B1C0-4370-8197-9187B2B4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844AAA-DF63-D6DA-1137-D8C1242CA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B7434-0C7D-49CB-99E9-D50AA2C4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FF5407-2CD6-0685-5C98-FEECEE52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F26AC-B2F3-1CDE-692A-C0E648B5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30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73967B-4D7F-AC96-74D9-C0BA449F0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B7EAF-5E96-3B53-11A2-D90BBD8D0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8C6AF-4173-A162-8179-49AA0EF0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0E30FC-692E-8C8B-02A3-70979747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BB55B-CDD7-11C5-4E89-5C8B8342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89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FEF57D-F021-21FB-90BC-34832C07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7AFB2E-FE85-49A5-EDDE-D776B706D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D744F-CDEC-C212-CCB0-119D6FE5F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086B-9B26-47C5-B255-EB05C23AFCE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005FE4-FA99-2B59-69D6-2EB810A6E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0D3E1F-EF25-9A8E-F423-E02CC6113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25E25-58EB-4261-BEFF-0EC9805EAA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33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1">
            <a:extLst>
              <a:ext uri="{FF2B5EF4-FFF2-40B4-BE49-F238E27FC236}">
                <a16:creationId xmlns:a16="http://schemas.microsoft.com/office/drawing/2014/main" id="{587E635A-67A9-A198-D42E-1059C0349132}"/>
              </a:ext>
            </a:extLst>
          </p:cNvPr>
          <p:cNvSpPr/>
          <p:nvPr/>
        </p:nvSpPr>
        <p:spPr>
          <a:xfrm>
            <a:off x="1016000" y="508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box2">
            <a:extLst>
              <a:ext uri="{FF2B5EF4-FFF2-40B4-BE49-F238E27FC236}">
                <a16:creationId xmlns:a16="http://schemas.microsoft.com/office/drawing/2014/main" id="{8F8B8EEB-2755-1F4E-8081-130B010CAD9F}"/>
              </a:ext>
            </a:extLst>
          </p:cNvPr>
          <p:cNvSpPr/>
          <p:nvPr/>
        </p:nvSpPr>
        <p:spPr>
          <a:xfrm>
            <a:off x="1016000" y="1016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box3">
            <a:extLst>
              <a:ext uri="{FF2B5EF4-FFF2-40B4-BE49-F238E27FC236}">
                <a16:creationId xmlns:a16="http://schemas.microsoft.com/office/drawing/2014/main" id="{35626157-398A-284E-1A31-565BF28C7916}"/>
              </a:ext>
            </a:extLst>
          </p:cNvPr>
          <p:cNvSpPr/>
          <p:nvPr/>
        </p:nvSpPr>
        <p:spPr>
          <a:xfrm>
            <a:off x="1016000" y="15240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39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zzz208517@163.com</dc:creator>
  <cp:lastModifiedBy>zzz208517@163.com</cp:lastModifiedBy>
  <cp:revision>1</cp:revision>
  <dcterms:created xsi:type="dcterms:W3CDTF">2026-09-14T08:51:15Z</dcterms:created>
  <dcterms:modified xsi:type="dcterms:W3CDTF">2026-09-14T08:51:15Z</dcterms:modified>
</cp:coreProperties>
</file>