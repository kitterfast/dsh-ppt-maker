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8D91B-147C-E0AC-A0AE-1C04D74AD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4CCCE0-D527-6D7E-51C6-866975458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5286A-7DF0-935C-83B4-3644191E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3F102-2AE3-3047-BBF9-AC80342A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D940BF-5640-1F61-14E9-F135DC67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DB87E-B8DE-BBF6-95A6-0131B8BA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D64BBE-8BBF-8D5C-6C24-ADF85A8B4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834AE-4706-97FD-23DE-1505FBD2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4BAA6-18C3-12E4-318D-187E6F8CA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C11A0-03A3-BC9F-C734-1C5AA0AF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3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531F7-EBA6-F954-A941-0213125D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1114B-2C1A-7ADA-8BFD-3F48ABC2D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C6332D-63C3-CDF2-163F-C07C14CF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8A6DB0-0A99-1396-63C4-BCCBEC85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13813-3AFE-47AC-38B2-B3116153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4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7B0EF-2328-F6E9-4944-9D747E72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830016-84A8-414B-C038-1D5DFDAC9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847C85-C451-1EC6-010A-C501784FC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B6C605-479D-211A-CE30-80E83BC6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FB9FE1-452C-EACC-1DE1-D4523BC4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EB2E33-7A72-A288-02DA-06AF8C8C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97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B876D-F8B9-FFE7-DB2E-2F1C1683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FED041-EB45-1155-C5AD-43AAF5F1B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1935FC-6590-5031-D6C7-48F6EA8A8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8B4445-8538-EDD9-D70F-AB5A67C3E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02071E-8400-A688-3DA1-8B628A285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B6794B-87FB-BE76-367A-F3A00006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D0A56C-F363-0A67-7E2A-72893D4F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A09F76-94C0-F890-A422-41457DCA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75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79D11-9822-8138-C7DA-70EDA311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335272-BF10-D574-9033-3E2681D1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7D4DD6-2EAA-2870-91AF-8BC4773A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4368BA-2C1A-D16A-65ED-F1EFA7A8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97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EB07CF-ADA6-2E1A-D2DA-442ABD3FF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BF4028-598D-EE6C-8708-EDC58EF6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F7EE40-2742-1681-65E9-3906BB0D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0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A0914-ECBC-0E8E-2AD4-7ECA3E90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2AD7E-6F87-D979-8CFB-0C100C1BE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7BACCB-388F-78D7-2A72-D1D6066C7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154E05-B1B3-4B59-C8FD-8154A203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289CA4-FE11-BE6C-8E2F-29A4BBD10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37B90-AD3B-1189-32C6-5120AF0D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1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80CDD-E4FE-F286-DFE7-26F29DC9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F0B48F-0E7D-B98C-16A0-0F16137F2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6F04B4-DDEB-C767-A9C1-4567A50D8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249B52-CA34-8553-DCDC-8368207AF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39642E-A4B5-F927-8E39-2C45ED75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CE167F-2107-EC1F-0140-0DA74797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2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97656-DADD-3E76-6E62-D3A3211D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D9B2D3-0DB7-5830-9361-14239BFC3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133495-B8D9-516E-CE57-9B1D4D70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776BAB-B196-7A56-58B1-D5E0EEB2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EDB1F-263F-9F68-98E4-B9B312BD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43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8A611F-BB79-81AC-569B-2D02ADFFA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43F06E-FDD5-C4E4-2DB6-1D728D5EB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DE8605-AFBD-FC4F-1A44-0893374F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DF0EF6-5A8B-28C7-B53D-97A172AB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CA51BF-D26F-F073-CA29-8D627F65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97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343DF0-90B6-E4B6-0BC3-E99D9AF9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39FB24-DA91-1950-295B-61E5BF399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1424DD-A768-835E-9FEF-0F53B1560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80E5-014E-4F6F-8554-D20BC3E48EC9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21B567-9325-3EAF-7367-069A6D272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3DCB40-985F-FBF8-D988-675729F25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22C9B-90A0-416D-8485-BBF63A36F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248648-693C-5A60-7848-CEA17D6287EE}"/>
              </a:ext>
            </a:extLst>
          </p:cNvPr>
          <p:cNvSpPr/>
          <p:nvPr/>
        </p:nvSpPr>
        <p:spPr>
          <a:xfrm>
            <a:off x="1016000" y="508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2FD14B-31A3-0CD0-0A1F-99E8FE25925D}"/>
              </a:ext>
            </a:extLst>
          </p:cNvPr>
          <p:cNvSpPr/>
          <p:nvPr/>
        </p:nvSpPr>
        <p:spPr>
          <a:xfrm>
            <a:off x="1016000" y="1016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293911-4844-822F-3316-31CF1F8A963C}"/>
              </a:ext>
            </a:extLst>
          </p:cNvPr>
          <p:cNvSpPr/>
          <p:nvPr/>
        </p:nvSpPr>
        <p:spPr>
          <a:xfrm>
            <a:off x="1016000" y="1524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17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zzz208517@163.com</dc:creator>
  <cp:lastModifiedBy>zzz208517@163.com</cp:lastModifiedBy>
  <cp:revision>2</cp:revision>
  <dcterms:created xsi:type="dcterms:W3CDTF">2026-09-14T09:19:27Z</dcterms:created>
  <dcterms:modified xsi:type="dcterms:W3CDTF">2026-09-14T09:23:07Z</dcterms:modified>
</cp:coreProperties>
</file>