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4C57DA-625F-4BF9-07B2-F7151F23D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CF7B71-CC18-D01E-73F7-AB1AED4DB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754980-74CD-43FA-F5B8-4874497A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6A6B-DC6C-494F-8C25-EFC48278387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3547D4-C8F1-A483-AE33-95B430B23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6EB95E-E331-FA8E-2392-8CD5688A8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AD7E-515A-4F2F-BF87-5AB5CF67ED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62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867B67-7D48-BA8E-39A6-107A9C8B6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2A269B-EBEC-F9A9-7487-D6B689CC4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7C388D-51E8-C3F4-004E-459088EFE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6A6B-DC6C-494F-8C25-EFC48278387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915B35-C1F1-DD60-D954-4FBBDB4E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4ADD1D-B33A-21BB-FAD4-0EBFF4231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AD7E-515A-4F2F-BF87-5AB5CF67ED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47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C43F64-0167-C249-DB84-25D10E85C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1C96AE-E4A6-A1CF-A3EE-1EB335CC7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988DE0-5D69-E183-0F34-D51CB40C7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6A6B-DC6C-494F-8C25-EFC48278387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91CC67-B4B5-999C-692A-AC0EAEE0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3827EE-F6D9-BF40-673B-CB0BC6F0A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AD7E-515A-4F2F-BF87-5AB5CF67ED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245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8A65A-DA2D-1852-A083-5CB790BF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15CA15-8AA0-6F0F-CDFB-F5F54A157A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C8B174-73B8-544C-3ED3-EFC6D4775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58B802-278A-49BE-1F73-D41763326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6A6B-DC6C-494F-8C25-EFC48278387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8A003D-3929-CB4B-7468-0657401C7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D1AAB0-46FE-942C-FE08-A349EF400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AD7E-515A-4F2F-BF87-5AB5CF67ED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0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43E22-4B5A-F008-702F-4CF06C996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DC4E72-51A2-9AEC-FCC5-E10B7C0CC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69CBD9-9CEB-6F08-6743-86AF8210E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2F4E67-2059-F254-DBC1-B3832FDB6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D071BD6-B8F6-3821-EEC5-B813574190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0201930-BBC3-B46F-BEA6-75383C2BF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6A6B-DC6C-494F-8C25-EFC48278387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86A974-3A7F-0E5F-B307-D84E4AB00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E7734D1-5E9C-DF97-B9D5-4ACD1D6F4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AD7E-515A-4F2F-BF87-5AB5CF67ED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94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D3E936-FD82-C6CC-223A-793536568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2393338-18E8-CF97-641F-285416541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6A6B-DC6C-494F-8C25-EFC48278387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613358-84A1-9C95-DDC5-31D6212CA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F584F9-37D8-8842-C540-9BBD270C0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AD7E-515A-4F2F-BF87-5AB5CF67ED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767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CAF683-D8FD-88AA-D5C0-6B19F12DB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6A6B-DC6C-494F-8C25-EFC48278387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59B719-4B8E-85A4-C0D6-9C01285C1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6BA868-2B90-4FB2-5747-CFDC1A46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AD7E-515A-4F2F-BF87-5AB5CF67ED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23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C0713-96FC-BB9A-F2DA-D3EFA1BCB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C35449-253B-E624-3893-A1E2CFD47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CB08CF-A8D2-4D93-64B5-8639DCF29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573575-12BC-5C35-6438-08B7F602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6A6B-DC6C-494F-8C25-EFC48278387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63B198-A51E-D11F-17A9-FFE6F1C06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49CE1E-20AF-7B11-E846-9A04B65C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AD7E-515A-4F2F-BF87-5AB5CF67ED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406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C44273-0B8C-60B8-5067-2230F8E4B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9388A9B-AD47-4B2B-A8E9-DF37B90764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BD7C59-10F3-3990-C2C6-2F26596BD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639FC6-605C-8310-0448-EC10E21E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6A6B-DC6C-494F-8C25-EFC48278387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624927-1C01-5642-68AD-FD13B219F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8E6BCA-8104-E85C-AE2D-723F3EFEF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AD7E-515A-4F2F-BF87-5AB5CF67ED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0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5B80C-9D2D-B83B-A60A-7F959A9D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9C70ED-6699-6733-4463-75DE22E4C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9C9938-58CC-91EB-DF19-1A6225B80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6A6B-DC6C-494F-8C25-EFC48278387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7C2CBA-0DFC-C324-2B5C-CAA7464E4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14DFB5-F279-2337-05EA-9EC3A856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AD7E-515A-4F2F-BF87-5AB5CF67ED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10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6132F7-24B7-C135-668D-681A02A06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D1D4CF-FB0A-FDA9-4B0C-D51792472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4B0C29-D3F1-AA26-099F-A61BE7E92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6A6B-DC6C-494F-8C25-EFC48278387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A6BD0C-C6FB-8236-3878-C8D533398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E9D053-9BAA-B528-B469-D3FB7DEA3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AD7E-515A-4F2F-BF87-5AB5CF67ED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25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464448-CB45-B213-A49B-88CCBCCC7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13D74D-A98D-1CEB-6961-76AE4705B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0377FF-073E-C359-DA1B-56039B9A6E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66A6B-DC6C-494F-8C25-EFC48278387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4F8197-8D00-769F-C8D9-ECDABDEDA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882DD0-2613-B16B-5F54-0CC2CB753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FAD7E-515A-4F2F-BF87-5AB5CF67ED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158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6737188-1F5C-9E2A-12C0-9F9760445276}"/>
              </a:ext>
            </a:extLst>
          </p:cNvPr>
          <p:cNvSpPr/>
          <p:nvPr/>
        </p:nvSpPr>
        <p:spPr>
          <a:xfrm>
            <a:off x="1016000" y="508000"/>
            <a:ext cx="3048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7FA761-0956-B672-564E-FFED1B3D90F7}"/>
              </a:ext>
            </a:extLst>
          </p:cNvPr>
          <p:cNvSpPr/>
          <p:nvPr/>
        </p:nvSpPr>
        <p:spPr>
          <a:xfrm>
            <a:off x="1016000" y="1016000"/>
            <a:ext cx="3048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D8128C-1A96-8E03-70E2-8A507E5A85EE}"/>
              </a:ext>
            </a:extLst>
          </p:cNvPr>
          <p:cNvSpPr/>
          <p:nvPr/>
        </p:nvSpPr>
        <p:spPr>
          <a:xfrm>
            <a:off x="1016000" y="1524000"/>
            <a:ext cx="3048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12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zzz208517@163.com</dc:creator>
  <cp:lastModifiedBy>zzz208517@163.com</cp:lastModifiedBy>
  <cp:revision>1</cp:revision>
  <dcterms:created xsi:type="dcterms:W3CDTF">2026-09-14T09:24:22Z</dcterms:created>
  <dcterms:modified xsi:type="dcterms:W3CDTF">2026-09-14T09:24:22Z</dcterms:modified>
</cp:coreProperties>
</file>